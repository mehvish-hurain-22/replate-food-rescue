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79361-363D-8A4D-A1EF-B7A32D3F1EF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76DB3-1784-B34E-8D2C-377C16849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0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13" Type="http://schemas.openxmlformats.org/officeDocument/2006/relationships/image" Target="../media/image16.png" /><Relationship Id="rId3" Type="http://schemas.openxmlformats.org/officeDocument/2006/relationships/image" Target="../media/image7.png" /><Relationship Id="rId7" Type="http://schemas.openxmlformats.org/officeDocument/2006/relationships/image" Target="../media/image11.png" /><Relationship Id="rId12" Type="http://schemas.openxmlformats.org/officeDocument/2006/relationships/image" Target="../media/image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0.png" /><Relationship Id="rId11" Type="http://schemas.openxmlformats.org/officeDocument/2006/relationships/image" Target="../media/image15.png" /><Relationship Id="rId5" Type="http://schemas.openxmlformats.org/officeDocument/2006/relationships/image" Target="../media/image9.png" /><Relationship Id="rId15" Type="http://schemas.openxmlformats.org/officeDocument/2006/relationships/image" Target="../media/image17.png" /><Relationship Id="rId10" Type="http://schemas.openxmlformats.org/officeDocument/2006/relationships/image" Target="../media/image14.png" /><Relationship Id="rId4" Type="http://schemas.openxmlformats.org/officeDocument/2006/relationships/image" Target="../media/image8.png" /><Relationship Id="rId9" Type="http://schemas.openxmlformats.org/officeDocument/2006/relationships/image" Target="../media/image13.png" /><Relationship Id="rId14" Type="http://schemas.openxmlformats.org/officeDocument/2006/relationships/image" Target="../media/image2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7" Type="http://schemas.openxmlformats.org/officeDocument/2006/relationships/image" Target="../media/image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9.png" /><Relationship Id="rId5" Type="http://schemas.openxmlformats.org/officeDocument/2006/relationships/image" Target="../media/image11.png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 /><Relationship Id="rId13" Type="http://schemas.openxmlformats.org/officeDocument/2006/relationships/image" Target="../media/image15.png" /><Relationship Id="rId3" Type="http://schemas.openxmlformats.org/officeDocument/2006/relationships/image" Target="../media/image7.png" /><Relationship Id="rId7" Type="http://schemas.openxmlformats.org/officeDocument/2006/relationships/image" Target="../media/image10.png" /><Relationship Id="rId12" Type="http://schemas.openxmlformats.org/officeDocument/2006/relationships/image" Target="../media/image2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1.png" /><Relationship Id="rId11" Type="http://schemas.openxmlformats.org/officeDocument/2006/relationships/image" Target="../media/image24.png" /><Relationship Id="rId5" Type="http://schemas.openxmlformats.org/officeDocument/2006/relationships/image" Target="../media/image6.png" /><Relationship Id="rId10" Type="http://schemas.openxmlformats.org/officeDocument/2006/relationships/image" Target="../media/image5.png" /><Relationship Id="rId4" Type="http://schemas.openxmlformats.org/officeDocument/2006/relationships/image" Target="../media/image20.png" /><Relationship Id="rId9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846320"/>
            <a:ext cx="4206240" cy="420624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FFB703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08676" y="731520"/>
            <a:ext cx="13716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703"/>
            </a:solidFill>
            <a:prstDash val="solid"/>
          </a:ln>
          <a:effectLst>
            <a:outerShdw blurRad="101600" dist="38100" dir="5400000" algn="bl" rotWithShape="0">
              <a:srgbClr val="1B4332">
                <a:alpha val="25000"/>
              </a:srgbClr>
            </a:outerShdw>
          </a:effectLst>
        </p:spPr>
      </p:sp>
      <p:pic>
        <p:nvPicPr>
          <p:cNvPr id="6" name="Image 0" descr="/home/claude/replate/icons/fork-plate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1019556"/>
            <a:ext cx="713232" cy="713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48243" y="1471087"/>
            <a:ext cx="493776" cy="493776"/>
          </a:xfrm>
          <a:prstGeom prst="ellipse">
            <a:avLst/>
          </a:prstGeom>
          <a:solidFill>
            <a:srgbClr val="FFB703"/>
          </a:solidFill>
          <a:ln w="3175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replate/icons/hear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749" y="1589593"/>
            <a:ext cx="256764" cy="2567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0" y="2212848"/>
            <a:ext cx="12188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RePlate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0" y="2999232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Meal, Share the Feel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2103120" y="3611880"/>
            <a:ext cx="7982712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331720" y="3611880"/>
            <a:ext cx="7525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food rescue and redistribution platform connecting donors, verified rescuers and communities in need.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2802636" y="4709160"/>
            <a:ext cx="658368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4000"/>
            </a:srgb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802636" y="48371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802636" y="5166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Mehvish Hurain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802636" y="5532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094476" y="5166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Nikhil Umakant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094476" y="5532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094476" y="5148072"/>
            <a:ext cx="0" cy="621792"/>
          </a:xfrm>
          <a:prstGeom prst="line">
            <a:avLst/>
          </a:prstGeom>
          <a:noFill/>
          <a:ln w="12700">
            <a:solidFill>
              <a:srgbClr val="EDEE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62636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 ·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→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CEAE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20848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everywhere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37744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hotels, colleges and events regularly generate surplus food.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1328" y="31363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 persist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342900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and communities nearby continue to face food shortages.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41879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448056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donation systems are slow, disconnected and hard to coordinate.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5166360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16636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gap: not food availability — timely coordination.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28716" y="3383280"/>
            <a:ext cx="731520" cy="731520"/>
          </a:xfrm>
          <a:prstGeom prst="ellipse">
            <a:avLst/>
          </a:prstGeom>
          <a:solidFill>
            <a:srgbClr val="FFB703"/>
          </a:solidFill>
          <a:ln/>
          <a:effectLst>
            <a:outerShdw blurRad="101600" dist="25400" dir="5400000" algn="bl" rotWithShape="0">
              <a:srgbClr val="1B4332">
                <a:alpha val="30000"/>
              </a:srgbClr>
            </a:outerShdw>
          </a:effectLst>
        </p:spPr>
      </p:sp>
      <p:pic>
        <p:nvPicPr>
          <p:cNvPr id="20" name="Image 0" descr="/home/claude/replate/icons/arrow-right-whit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3566160"/>
            <a:ext cx="402336" cy="3657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565392" y="141732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1B4332"/>
          </a:solidFill>
          <a:ln/>
        </p:spPr>
      </p:sp>
      <p:sp>
        <p:nvSpPr>
          <p:cNvPr id="22" name="Text 19"/>
          <p:cNvSpPr/>
          <p:nvPr/>
        </p:nvSpPr>
        <p:spPr>
          <a:xfrm>
            <a:off x="6885432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885432" y="19476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RePlate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885432" y="24963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matching layer between donors and verified rescuers — not a listing board.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885432" y="3063240"/>
            <a:ext cx="384048" cy="38404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6" name="Image 1" descr="/home/claude/replate/icons/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284" y="3163092"/>
            <a:ext cx="184343" cy="18434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434072" y="303580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077456" y="3447288"/>
            <a:ext cx="0" cy="118872"/>
          </a:xfrm>
          <a:prstGeom prst="line">
            <a:avLst/>
          </a:prstGeom>
          <a:noFill/>
          <a:ln w="19050">
            <a:solidFill>
              <a:srgbClr val="74C69D"/>
            </a:solidFill>
            <a:prstDash val="dash"/>
          </a:ln>
        </p:spPr>
      </p:sp>
      <p:sp>
        <p:nvSpPr>
          <p:cNvPr id="29" name="Shape 25"/>
          <p:cNvSpPr/>
          <p:nvPr/>
        </p:nvSpPr>
        <p:spPr>
          <a:xfrm>
            <a:off x="6885432" y="3566160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30" name="Image 2" descr="/home/claude/replate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284" y="3666012"/>
            <a:ext cx="184343" cy="18434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434072" y="35387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RePlate matches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7077456" y="3950208"/>
            <a:ext cx="0" cy="118872"/>
          </a:xfrm>
          <a:prstGeom prst="line">
            <a:avLst/>
          </a:prstGeom>
          <a:noFill/>
          <a:ln w="19050">
            <a:solidFill>
              <a:srgbClr val="74C69D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6885432" y="4069080"/>
            <a:ext cx="384048" cy="38404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4" name="Image 3" descr="/home/claude/replate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284" y="4168932"/>
            <a:ext cx="184343" cy="184343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434072" y="40416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rescuers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077456" y="4453128"/>
            <a:ext cx="0" cy="118872"/>
          </a:xfrm>
          <a:prstGeom prst="line">
            <a:avLst/>
          </a:prstGeom>
          <a:noFill/>
          <a:ln w="19050">
            <a:solidFill>
              <a:srgbClr val="74C69D"/>
            </a:solidFill>
            <a:prstDash val="dash"/>
          </a:ln>
        </p:spPr>
      </p:sp>
      <p:sp>
        <p:nvSpPr>
          <p:cNvPr id="37" name="Shape 31"/>
          <p:cNvSpPr/>
          <p:nvPr/>
        </p:nvSpPr>
        <p:spPr>
          <a:xfrm>
            <a:off x="6885432" y="4572000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8" name="Image 4" descr="/home/claude/replate/icons/hear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284" y="4671852"/>
            <a:ext cx="184343" cy="184343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434072" y="45445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6885432" y="5166360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FFB703"/>
          </a:solidFill>
          <a:ln/>
        </p:spPr>
      </p:sp>
      <p:sp>
        <p:nvSpPr>
          <p:cNvPr id="41" name="Text 34"/>
          <p:cNvSpPr/>
          <p:nvPr/>
        </p:nvSpPr>
        <p:spPr>
          <a:xfrm>
            <a:off x="7022592" y="516636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surplus food to someone’s plate — before it is too late.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SOLUTION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0085832" y="6528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RePlate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5637276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+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EAF6EE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773936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replate/icons/utens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897380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627632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Donation Registration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52544" y="1627632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EAF6EE"/>
          </a:solidFill>
          <a:ln/>
        </p:spPr>
      </p:sp>
      <p:sp>
        <p:nvSpPr>
          <p:cNvPr id="9" name="Shape 6"/>
          <p:cNvSpPr/>
          <p:nvPr/>
        </p:nvSpPr>
        <p:spPr>
          <a:xfrm>
            <a:off x="4498848" y="1773936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1" descr="/home/claude/replate/icons/map-pi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292" y="1897380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65776" y="1627632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Matching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56448" y="1627632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EAF6EE"/>
          </a:solidFill>
          <a:ln/>
        </p:spPr>
      </p:sp>
      <p:sp>
        <p:nvSpPr>
          <p:cNvPr id="13" name="Shape 9"/>
          <p:cNvSpPr/>
          <p:nvPr/>
        </p:nvSpPr>
        <p:spPr>
          <a:xfrm>
            <a:off x="8302752" y="1773936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/home/claude/replate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196" y="189738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69680" y="1627632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Food Requests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2505456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EAF6EE"/>
          </a:solidFill>
          <a:ln/>
        </p:spPr>
      </p:sp>
      <p:sp>
        <p:nvSpPr>
          <p:cNvPr id="17" name="Shape 12"/>
          <p:cNvSpPr/>
          <p:nvPr/>
        </p:nvSpPr>
        <p:spPr>
          <a:xfrm>
            <a:off x="694944" y="26517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3" descr="/home/claude/replate/icons/clock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" y="2775204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250545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Rescue-Window Tracking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52544" y="2505456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EAF6EE"/>
          </a:solidFill>
          <a:ln/>
        </p:spPr>
      </p:sp>
      <p:sp>
        <p:nvSpPr>
          <p:cNvPr id="21" name="Shape 15"/>
          <p:cNvSpPr/>
          <p:nvPr/>
        </p:nvSpPr>
        <p:spPr>
          <a:xfrm>
            <a:off x="4498848" y="26517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2" name="Image 4" descr="/home/claude/replate/icons/check-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292" y="277520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65776" y="250545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&amp; Volunteer Verification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156448" y="2505456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EAF6EE"/>
          </a:solidFill>
          <a:ln/>
        </p:spPr>
      </p:sp>
      <p:sp>
        <p:nvSpPr>
          <p:cNvPr id="25" name="Shape 18"/>
          <p:cNvSpPr/>
          <p:nvPr/>
        </p:nvSpPr>
        <p:spPr>
          <a:xfrm>
            <a:off x="8302752" y="26517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5" descr="/home/claude/replate/icons/satell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6196" y="2775204"/>
            <a:ext cx="210312" cy="2103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69680" y="250545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Rescue Radar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48640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1038606" y="4160520"/>
            <a:ext cx="868680" cy="8686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0" name="Image 6" descr="/home/claude/replate/icons/clip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1836" y="4403750"/>
            <a:ext cx="382219" cy="382219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1669542" y="4105656"/>
            <a:ext cx="292608" cy="292608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1669542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94360" y="51389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50" dirty="0"/>
          </a:p>
        </p:txBody>
      </p:sp>
      <p:pic>
        <p:nvPicPr>
          <p:cNvPr id="34" name="Image 7" descr="/home/claude/replate/icons/arrow-right-gr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6084" y="4475988"/>
            <a:ext cx="365760" cy="237744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2887218" y="4160520"/>
            <a:ext cx="868680" cy="8686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6" name="Image 8" descr="/home/claude/replate/icons/bullsey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0448" y="4403750"/>
            <a:ext cx="382219" cy="382219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3518154" y="4105656"/>
            <a:ext cx="292608" cy="292608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3518154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2442972" y="51389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50" dirty="0"/>
          </a:p>
        </p:txBody>
      </p:sp>
      <p:pic>
        <p:nvPicPr>
          <p:cNvPr id="40" name="Image 9" descr="/home/claude/replate/icons/arrow-right-gr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4696" y="4475988"/>
            <a:ext cx="365760" cy="237744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4735830" y="4160520"/>
            <a:ext cx="868680" cy="8686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2" name="Image 10" descr="/home/claude/replate/icons/handshak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9060" y="4403750"/>
            <a:ext cx="382219" cy="382219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5366766" y="4105656"/>
            <a:ext cx="292608" cy="292608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5366766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32"/>
          <p:cNvSpPr/>
          <p:nvPr/>
        </p:nvSpPr>
        <p:spPr>
          <a:xfrm>
            <a:off x="4291584" y="51389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50" dirty="0"/>
          </a:p>
        </p:txBody>
      </p:sp>
      <p:pic>
        <p:nvPicPr>
          <p:cNvPr id="46" name="Image 11" descr="/home/claude/replate/icons/arrow-right-gr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3308" y="4475988"/>
            <a:ext cx="365760" cy="237744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6584442" y="4160520"/>
            <a:ext cx="868680" cy="8686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8" name="Image 12" descr="/home/claude/replate/icons/box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7672" y="4403750"/>
            <a:ext cx="382219" cy="382219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7215378" y="4105656"/>
            <a:ext cx="292608" cy="292608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35"/>
          <p:cNvSpPr/>
          <p:nvPr/>
        </p:nvSpPr>
        <p:spPr>
          <a:xfrm>
            <a:off x="7215378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36"/>
          <p:cNvSpPr/>
          <p:nvPr/>
        </p:nvSpPr>
        <p:spPr>
          <a:xfrm>
            <a:off x="6140196" y="51389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150" dirty="0"/>
          </a:p>
        </p:txBody>
      </p:sp>
      <p:pic>
        <p:nvPicPr>
          <p:cNvPr id="52" name="Image 13" descr="/home/claude/replate/icons/arrow-right-gr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1920" y="4475988"/>
            <a:ext cx="365760" cy="237744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8433054" y="4160520"/>
            <a:ext cx="868680" cy="8686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54" name="Image 14" descr="/home/claude/replate/icons/heart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76284" y="4403750"/>
            <a:ext cx="382219" cy="382219"/>
          </a:xfrm>
          <a:prstGeom prst="rect">
            <a:avLst/>
          </a:prstGeom>
        </p:spPr>
      </p:pic>
      <p:sp>
        <p:nvSpPr>
          <p:cNvPr id="55" name="Shape 38"/>
          <p:cNvSpPr/>
          <p:nvPr/>
        </p:nvSpPr>
        <p:spPr>
          <a:xfrm>
            <a:off x="9063990" y="4105656"/>
            <a:ext cx="292608" cy="292608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39"/>
          <p:cNvSpPr/>
          <p:nvPr/>
        </p:nvSpPr>
        <p:spPr>
          <a:xfrm>
            <a:off x="906399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7" name="Text 40"/>
          <p:cNvSpPr/>
          <p:nvPr/>
        </p:nvSpPr>
        <p:spPr>
          <a:xfrm>
            <a:off x="7988808" y="51389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1150" dirty="0"/>
          </a:p>
        </p:txBody>
      </p:sp>
      <p:pic>
        <p:nvPicPr>
          <p:cNvPr id="58" name="Image 15" descr="/home/claude/replate/icons/arrow-right-gr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0532" y="4475988"/>
            <a:ext cx="365760" cy="237744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10281666" y="4160520"/>
            <a:ext cx="868680" cy="8686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0" name="Image 16" descr="/home/claude/replate/icons/chart-lin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4896" y="4403750"/>
            <a:ext cx="382219" cy="382219"/>
          </a:xfrm>
          <a:prstGeom prst="rect">
            <a:avLst/>
          </a:prstGeom>
        </p:spPr>
      </p:pic>
      <p:sp>
        <p:nvSpPr>
          <p:cNvPr id="61" name="Shape 42"/>
          <p:cNvSpPr/>
          <p:nvPr/>
        </p:nvSpPr>
        <p:spPr>
          <a:xfrm>
            <a:off x="10912602" y="4105656"/>
            <a:ext cx="292608" cy="292608"/>
          </a:xfrm>
          <a:prstGeom prst="ellipse">
            <a:avLst/>
          </a:prstGeom>
          <a:solidFill>
            <a:srgbClr val="FFB70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43"/>
          <p:cNvSpPr/>
          <p:nvPr/>
        </p:nvSpPr>
        <p:spPr>
          <a:xfrm>
            <a:off x="10912602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3" name="Text 44"/>
          <p:cNvSpPr/>
          <p:nvPr/>
        </p:nvSpPr>
        <p:spPr>
          <a:xfrm>
            <a:off x="9837420" y="51389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50" dirty="0"/>
          </a:p>
        </p:txBody>
      </p:sp>
      <p:sp>
        <p:nvSpPr>
          <p:cNvPr id="64" name="Shape 45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65" name="Text 46"/>
          <p:cNvSpPr/>
          <p:nvPr/>
        </p:nvSpPr>
        <p:spPr>
          <a:xfrm>
            <a:off x="548640" y="58064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visibility — every rescue tracked from donation to distribution.</a:t>
            </a:r>
            <a:endParaRPr lang="en-US" sz="1200" dirty="0"/>
          </a:p>
        </p:txBody>
      </p:sp>
      <p:sp>
        <p:nvSpPr>
          <p:cNvPr id="66" name="Text 4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WORKFLOW</a:t>
            </a:r>
            <a:endParaRPr lang="en-US" sz="900" dirty="0"/>
          </a:p>
        </p:txBody>
      </p:sp>
      <p:sp>
        <p:nvSpPr>
          <p:cNvPr id="67" name="Text 48"/>
          <p:cNvSpPr/>
          <p:nvPr/>
        </p:nvSpPr>
        <p:spPr>
          <a:xfrm>
            <a:off x="10085832" y="6528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RePlate</a:t>
            </a:r>
            <a:endParaRPr lang="en-US" sz="900" dirty="0"/>
          </a:p>
        </p:txBody>
      </p:sp>
      <p:sp>
        <p:nvSpPr>
          <p:cNvPr id="68" name="Text 49"/>
          <p:cNvSpPr/>
          <p:nvPr/>
        </p:nvSpPr>
        <p:spPr>
          <a:xfrm>
            <a:off x="5637276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→ How We Solved Them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76088" cy="1371600"/>
          </a:xfrm>
          <a:prstGeom prst="roundRect">
            <a:avLst>
              <a:gd name="adj" fmla="val 6667"/>
            </a:avLst>
          </a:prstGeom>
          <a:solidFill>
            <a:srgbClr val="FCEAEB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764792"/>
            <a:ext cx="585216" cy="585216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/home/claude/replate/icons/shield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1916948"/>
            <a:ext cx="280904" cy="280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· FOOD SAFETY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63040" y="18288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food may become unsafe if not collected within an appropriate timeframe.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38444" y="1819656"/>
            <a:ext cx="475488" cy="475488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9" name="Image 1" descr="/home/claude/replate/icons/arrow-right-whit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1938528"/>
            <a:ext cx="237744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27648" y="1371600"/>
            <a:ext cx="4709160" cy="1371600"/>
          </a:xfrm>
          <a:prstGeom prst="roundRect">
            <a:avLst>
              <a:gd name="adj" fmla="val 6667"/>
            </a:avLst>
          </a:prstGeom>
          <a:solidFill>
            <a:srgbClr val="EAF6EE"/>
          </a:solidFill>
          <a:ln/>
        </p:spPr>
      </p:sp>
      <p:sp>
        <p:nvSpPr>
          <p:cNvPr id="11" name="Shape 7"/>
          <p:cNvSpPr/>
          <p:nvPr/>
        </p:nvSpPr>
        <p:spPr>
          <a:xfrm>
            <a:off x="6528816" y="1764792"/>
            <a:ext cx="585216" cy="585216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2" descr="/home/claude/replate/icons/check-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824" y="1922800"/>
            <a:ext cx="269199" cy="2691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42048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7242048" y="18288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food preparation time mandatory and designed the workflow to prevent unsuitable / time-expired food from being listed.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2871216"/>
            <a:ext cx="5276088" cy="1371600"/>
          </a:xfrm>
          <a:prstGeom prst="roundRect">
            <a:avLst>
              <a:gd name="adj" fmla="val 6667"/>
            </a:avLst>
          </a:prstGeom>
          <a:solidFill>
            <a:srgbClr val="FCEAEB"/>
          </a:solidFill>
          <a:ln/>
        </p:spPr>
      </p:sp>
      <p:sp>
        <p:nvSpPr>
          <p:cNvPr id="16" name="Shape 11"/>
          <p:cNvSpPr/>
          <p:nvPr/>
        </p:nvSpPr>
        <p:spPr>
          <a:xfrm>
            <a:off x="749808" y="3264408"/>
            <a:ext cx="585216" cy="585216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7" name="Image 3" descr="/home/claude/replate/icons/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964" y="3416564"/>
            <a:ext cx="280904" cy="2809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· TRUST &amp; VERIFICATION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463040" y="332841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need confidence that food is going to legitimate organizations.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838444" y="3319272"/>
            <a:ext cx="475488" cy="475488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21" name="Image 4" descr="/home/claude/replate/icons/arrow-right-whit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3438144"/>
            <a:ext cx="237744" cy="21945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327648" y="2871216"/>
            <a:ext cx="4709160" cy="1371600"/>
          </a:xfrm>
          <a:prstGeom prst="roundRect">
            <a:avLst>
              <a:gd name="adj" fmla="val 6667"/>
            </a:avLst>
          </a:prstGeom>
          <a:solidFill>
            <a:srgbClr val="EAF6EE"/>
          </a:solidFill>
          <a:ln/>
        </p:spPr>
      </p:sp>
      <p:sp>
        <p:nvSpPr>
          <p:cNvPr id="23" name="Shape 16"/>
          <p:cNvSpPr/>
          <p:nvPr/>
        </p:nvSpPr>
        <p:spPr>
          <a:xfrm>
            <a:off x="6528816" y="3264408"/>
            <a:ext cx="585216" cy="585216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4" name="Image 5" descr="/home/claude/replate/icons/check-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824" y="3422416"/>
            <a:ext cx="269199" cy="26919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42048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7242048" y="332841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designed an organization verification and participation / recognition mechanism.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548640" y="4370832"/>
            <a:ext cx="5276088" cy="1371600"/>
          </a:xfrm>
          <a:prstGeom prst="roundRect">
            <a:avLst>
              <a:gd name="adj" fmla="val 6667"/>
            </a:avLst>
          </a:prstGeom>
          <a:solidFill>
            <a:srgbClr val="FCEAEB"/>
          </a:solidFill>
          <a:ln/>
        </p:spPr>
      </p:sp>
      <p:sp>
        <p:nvSpPr>
          <p:cNvPr id="28" name="Shape 20"/>
          <p:cNvSpPr/>
          <p:nvPr/>
        </p:nvSpPr>
        <p:spPr>
          <a:xfrm>
            <a:off x="749808" y="4764024"/>
            <a:ext cx="585216" cy="585216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9" name="Image 6" descr="/home/claude/replate/icons/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964" y="4916180"/>
            <a:ext cx="280904" cy="28090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4535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 · TIME-SENSITIVE MATCHING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463040" y="482803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redistribution is time-sensitive and delays can make food unsuitable.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838444" y="4818888"/>
            <a:ext cx="475488" cy="475488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33" name="Image 7" descr="/home/claude/replate/icons/arrow-right-whit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4937760"/>
            <a:ext cx="237744" cy="219456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327648" y="4370832"/>
            <a:ext cx="4709160" cy="1371600"/>
          </a:xfrm>
          <a:prstGeom prst="roundRect">
            <a:avLst>
              <a:gd name="adj" fmla="val 6667"/>
            </a:avLst>
          </a:prstGeom>
          <a:solidFill>
            <a:srgbClr val="EAF6EE"/>
          </a:solidFill>
          <a:ln/>
        </p:spPr>
      </p:sp>
      <p:sp>
        <p:nvSpPr>
          <p:cNvPr id="35" name="Shape 25"/>
          <p:cNvSpPr/>
          <p:nvPr/>
        </p:nvSpPr>
        <p:spPr>
          <a:xfrm>
            <a:off x="6528816" y="4764024"/>
            <a:ext cx="585216" cy="585216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6" name="Image 8" descr="/home/claude/replate/icons/check-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824" y="4922032"/>
            <a:ext cx="269199" cy="26919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242048" y="4535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7242048" y="482803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connects available food with suitable nearby organizations quickly.</a:t>
            </a:r>
            <a:endParaRPr lang="en-US" sz="1150" dirty="0"/>
          </a:p>
        </p:txBody>
      </p:sp>
      <p:sp>
        <p:nvSpPr>
          <p:cNvPr id="39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0085832" y="6528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RePlate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5637276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+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98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TRACK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139696" cy="1207008"/>
          </a:xfrm>
          <a:prstGeom prst="roundRect">
            <a:avLst>
              <a:gd name="adj" fmla="val 6818"/>
            </a:avLst>
          </a:prstGeom>
          <a:solidFill>
            <a:srgbClr val="EAF6EE"/>
          </a:solidFill>
          <a:ln/>
        </p:spPr>
      </p:sp>
      <p:sp>
        <p:nvSpPr>
          <p:cNvPr id="5" name="Shape 3"/>
          <p:cNvSpPr/>
          <p:nvPr/>
        </p:nvSpPr>
        <p:spPr>
          <a:xfrm>
            <a:off x="1344168" y="1773936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replate/icons/utens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01" y="1922069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0487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Rescued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825496" y="1627632"/>
            <a:ext cx="2139696" cy="1207008"/>
          </a:xfrm>
          <a:prstGeom prst="roundRect">
            <a:avLst>
              <a:gd name="adj" fmla="val 6818"/>
            </a:avLst>
          </a:prstGeom>
          <a:solidFill>
            <a:srgbClr val="EAF6EE"/>
          </a:solidFill>
          <a:ln/>
        </p:spPr>
      </p:sp>
      <p:sp>
        <p:nvSpPr>
          <p:cNvPr id="9" name="Shape 6"/>
          <p:cNvSpPr/>
          <p:nvPr/>
        </p:nvSpPr>
        <p:spPr>
          <a:xfrm>
            <a:off x="3621024" y="1773936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1" descr="/home/claude/replate/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157" y="1922069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16936" y="240487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Diverted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102352" y="1627632"/>
            <a:ext cx="2139696" cy="1207008"/>
          </a:xfrm>
          <a:prstGeom prst="roundRect">
            <a:avLst>
              <a:gd name="adj" fmla="val 6818"/>
            </a:avLst>
          </a:prstGeom>
          <a:solidFill>
            <a:srgbClr val="EAF6EE"/>
          </a:solidFill>
          <a:ln/>
        </p:spPr>
      </p:sp>
      <p:sp>
        <p:nvSpPr>
          <p:cNvPr id="13" name="Shape 9"/>
          <p:cNvSpPr/>
          <p:nvPr/>
        </p:nvSpPr>
        <p:spPr>
          <a:xfrm>
            <a:off x="5897880" y="1773936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/home/claude/replate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13" y="1922069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93792" y="240487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Rescues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379208" y="1627632"/>
            <a:ext cx="2139696" cy="1207008"/>
          </a:xfrm>
          <a:prstGeom prst="roundRect">
            <a:avLst>
              <a:gd name="adj" fmla="val 6818"/>
            </a:avLst>
          </a:prstGeom>
          <a:solidFill>
            <a:srgbClr val="EAF6EE"/>
          </a:solidFill>
          <a:ln/>
        </p:spPr>
      </p:sp>
      <p:sp>
        <p:nvSpPr>
          <p:cNvPr id="17" name="Shape 12"/>
          <p:cNvSpPr/>
          <p:nvPr/>
        </p:nvSpPr>
        <p:spPr>
          <a:xfrm>
            <a:off x="8174736" y="1773936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3" descr="/home/claude/replate/icons/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2869" y="1922069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70648" y="240487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Reached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9656064" y="1627632"/>
            <a:ext cx="2139696" cy="1207008"/>
          </a:xfrm>
          <a:prstGeom prst="roundRect">
            <a:avLst>
              <a:gd name="adj" fmla="val 6818"/>
            </a:avLst>
          </a:prstGeom>
          <a:solidFill>
            <a:srgbClr val="EAF6EE"/>
          </a:solidFill>
          <a:ln/>
        </p:spPr>
      </p:sp>
      <p:sp>
        <p:nvSpPr>
          <p:cNvPr id="21" name="Shape 15"/>
          <p:cNvSpPr/>
          <p:nvPr/>
        </p:nvSpPr>
        <p:spPr>
          <a:xfrm>
            <a:off x="10451592" y="1773936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2" name="Image 4" descr="/home/claude/replate/icons/clo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9725" y="1922069"/>
            <a:ext cx="252374" cy="25237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47504" y="240487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Rescue Time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548640" y="3108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1624203" y="3456432"/>
            <a:ext cx="621792" cy="62179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5" descr="/home/claude/replate/icons/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087" y="3624316"/>
            <a:ext cx="286024" cy="2860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0080" y="4187952"/>
            <a:ext cx="2590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100" dirty="0"/>
          </a:p>
        </p:txBody>
      </p:sp>
      <p:pic>
        <p:nvPicPr>
          <p:cNvPr id="28" name="Image 6" descr="/home/claude/replate/icons/arrow-right-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0390" y="3639312"/>
            <a:ext cx="365760" cy="256032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4397121" y="3456432"/>
            <a:ext cx="621792" cy="62179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0" name="Image 7" descr="/home/claude/replate/icons/exchan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5005" y="3624316"/>
            <a:ext cx="286024" cy="28602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412998" y="4187952"/>
            <a:ext cx="2590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Matching</a:t>
            </a:r>
            <a:endParaRPr lang="en-US" sz="1100" dirty="0"/>
          </a:p>
        </p:txBody>
      </p:sp>
      <p:pic>
        <p:nvPicPr>
          <p:cNvPr id="32" name="Image 8" descr="/home/claude/replate/icons/arrow-right-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3308" y="3639312"/>
            <a:ext cx="365760" cy="256032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7170039" y="3456432"/>
            <a:ext cx="621792" cy="62179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4" name="Image 9" descr="/home/claude/replate/icons/roa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7923" y="3624316"/>
            <a:ext cx="286024" cy="28602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185916" y="4187952"/>
            <a:ext cx="2590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Coordination</a:t>
            </a:r>
            <a:endParaRPr lang="en-US" sz="1100" dirty="0"/>
          </a:p>
        </p:txBody>
      </p:sp>
      <p:pic>
        <p:nvPicPr>
          <p:cNvPr id="36" name="Image 10" descr="/home/claude/replate/icons/arrow-right-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6226" y="3639312"/>
            <a:ext cx="365760" cy="256032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9942957" y="3456432"/>
            <a:ext cx="621792" cy="62179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8" name="Image 11" descr="/home/claude/replate/icons/cit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0841" y="3624316"/>
            <a:ext cx="286024" cy="286024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8958834" y="4187952"/>
            <a:ext cx="2590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Network</a:t>
            </a:r>
            <a:endParaRPr lang="en-US" sz="1100" dirty="0"/>
          </a:p>
        </p:txBody>
      </p:sp>
      <p:sp>
        <p:nvSpPr>
          <p:cNvPr id="40" name="Shape 26"/>
          <p:cNvSpPr/>
          <p:nvPr/>
        </p:nvSpPr>
        <p:spPr>
          <a:xfrm>
            <a:off x="548640" y="4892040"/>
            <a:ext cx="11091672" cy="1508760"/>
          </a:xfrm>
          <a:prstGeom prst="roundRect">
            <a:avLst>
              <a:gd name="adj" fmla="val 7273"/>
            </a:avLst>
          </a:prstGeom>
          <a:solidFill>
            <a:srgbClr val="1B4332"/>
          </a:solidFill>
          <a:ln/>
        </p:spPr>
      </p:sp>
      <p:sp>
        <p:nvSpPr>
          <p:cNvPr id="41" name="Shape 27"/>
          <p:cNvSpPr/>
          <p:nvPr/>
        </p:nvSpPr>
        <p:spPr>
          <a:xfrm>
            <a:off x="960120" y="5280660"/>
            <a:ext cx="731520" cy="73152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42" name="Image 12" descr="/home/claude/replate/icons/bullsey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7630" y="5478170"/>
            <a:ext cx="336499" cy="336499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1874520" y="514807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050" dirty="0"/>
          </a:p>
        </p:txBody>
      </p:sp>
      <p:sp>
        <p:nvSpPr>
          <p:cNvPr id="44" name="Text 29"/>
          <p:cNvSpPr/>
          <p:nvPr/>
        </p:nvSpPr>
        <p:spPr>
          <a:xfrm>
            <a:off x="1874520" y="5422392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sure usable surplus food gets a chance to become a meal — instead of becoming waste.</a:t>
            </a:r>
            <a:endParaRPr lang="en-US" sz="1650" dirty="0"/>
          </a:p>
        </p:txBody>
      </p:sp>
      <p:sp>
        <p:nvSpPr>
          <p:cNvPr id="45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+ FUTURE</a:t>
            </a:r>
            <a:endParaRPr lang="en-US" sz="900" dirty="0"/>
          </a:p>
        </p:txBody>
      </p:sp>
      <p:sp>
        <p:nvSpPr>
          <p:cNvPr id="46" name="Text 31"/>
          <p:cNvSpPr/>
          <p:nvPr/>
        </p:nvSpPr>
        <p:spPr>
          <a:xfrm>
            <a:off x="10085832" y="6528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RePlate</a:t>
            </a:r>
            <a:endParaRPr lang="en-US" sz="900" dirty="0"/>
          </a:p>
        </p:txBody>
      </p:sp>
      <p:sp>
        <p:nvSpPr>
          <p:cNvPr id="47" name="Text 32"/>
          <p:cNvSpPr/>
          <p:nvPr/>
        </p:nvSpPr>
        <p:spPr>
          <a:xfrm>
            <a:off x="5637276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Mehvish Hurain</cp:lastModifiedBy>
  <cp:revision>2</cp:revision>
  <dcterms:created xsi:type="dcterms:W3CDTF">2026-08-23T05:32:45Z</dcterms:created>
  <dcterms:modified xsi:type="dcterms:W3CDTF">2026-08-23T05:38:26Z</dcterms:modified>
</cp:coreProperties>
</file>